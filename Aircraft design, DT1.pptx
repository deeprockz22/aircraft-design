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9ADE4-57DD-3D68-2D08-518E70415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E8AE9C-00C5-01F5-2C73-E35116055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F6FA2-1936-D85E-0A78-56A67BD1C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F472F-FE52-252F-06FE-28A44C986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76913-0756-368C-3767-05330C397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3196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F2F61-DB57-19BB-BD49-5F94046F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A1644-1EEB-B52C-702F-C8AE1A69C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D6BFC-A2A7-A87D-A94E-5621A13AB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894B1-152F-DD15-6BE3-70B60DBC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00A9D-3D96-F819-7B4F-AC55D5417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92824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94BF-B960-096E-78F8-6D9D325CD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58307A-5770-CD26-9B2E-767C45436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3BBE6-E69F-A6B5-B8EA-6DBDEB38F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9ACAE-AD13-22D6-5C2F-88FFB9B0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6A0D0-79B3-794E-8006-44A85F641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83130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19D30-3275-F737-3469-D9EDD8C71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B9CD3-88D6-B10A-8050-BC38BA746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C1435A-EB3B-74B0-5DDF-27187B1A79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99E90D-5F44-2FE8-6AED-8D2AD7DBA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913C3F-55D2-35EF-4557-1A25B51E2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612F6-3D78-65C8-268C-98B63E9B0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0697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90A3D-0F4F-3963-B286-BFB9AFA99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8B9CEE-91E8-B664-4D3E-496BD5798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F50CCC-332B-6ED7-8499-B3EBC4A42F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206899-B451-2027-8CAC-C6A24E2336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AE8E09-9524-5FCA-476D-C0FE62000D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09175F-017C-042C-E87D-88D26CA0F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6F3B8A-A9B3-A601-280A-8B62127BD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6D2036-3376-3876-070B-D31E8807E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89788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312FC-4C39-EC9F-8B3B-DA99233FE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206BAF-5DBE-9547-223B-D4E68D875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1DB287-EE99-F1E0-717E-D274FC0F6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E800D4-CF60-812D-856E-465567979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86309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C74C59-E82C-7F5C-3E6E-06E06503A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6B50A7-9E58-7480-0C0A-6EFA94476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43DFBF-1C45-0C1C-54D9-7D7BCF2B3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53821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897BA-E77F-D530-2CD2-3A885B655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716A2-3231-571B-AD2C-5FE1FFE5B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37C46A-8E83-60C0-419B-EB06C9E152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BC2041-C552-EF80-2192-213C4B897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7956E-79C5-F339-E447-31AFE4996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0797D-1632-713A-12B6-C0CE64064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5236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A1DF5-3F43-F64F-B3B7-7C6A0B4E9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4A7FC9-F2B1-6D09-9F90-954C0D9CB0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149B64-08DA-A712-D0C8-86E908092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80486-ADF8-3022-6B9D-05A7220F3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D45FA-23DC-9FC4-CB2B-81EDB9A23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DDEE41-475E-CF0B-BF77-30B5503FF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3905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0EF5A-B896-31E0-51BA-E5133D2CE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8FCE3-E792-6613-CE89-EDE40173C3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D5855-D02C-B475-AD0B-A247CD51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D7DB1-E9AF-4A3F-FE9C-00A6A6892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8A6D5-1056-85FA-50D1-CBFF66C3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6651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6562E4-DE8D-5C37-D016-CA547B8647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95A0BE-4FFC-0321-F4E8-E36D960879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9A6A-1F9C-D9B1-64B5-4344F0994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442B62-3D1A-835F-B208-5B474577B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B982E-7653-43A8-2CE1-43945C5FC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45004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53BE6D-64DE-4BE6-6CC3-B7CDDB41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619D1A-D1A6-D7C5-A468-5ABDF2187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C3F9C-5248-E105-0B03-3946D914DA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786AAD-C171-44C5-BAD9-FD004A5B405F}" type="datetimeFigureOut">
              <a:rPr lang="sv-SE" smtClean="0"/>
              <a:t>2026-09-08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3F4CF-8AFD-3AD1-98E5-2E5C36D746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E9C34-F81A-EB05-FB42-69C7111A3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8E9625-A458-4F2B-BB1C-11572AB3904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5020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BE205-EFE5-56FC-C898-FD6EF41234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 dirty="0"/>
              <a:t>Aircraft design, DT1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192FFC-FEFE-6D1A-EFD4-58D5217421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8296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08D6C-ADE4-EF7C-C175-566E82A16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First sketch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399DA-B365-FEAF-8F16-015C483885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23634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AA129-33BA-252E-CA28-37B8520C3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Sizing 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B26AB-BEDA-5D63-2F50-85DBFDB31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89907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429F0-B564-D8A0-1AB5-C13BE249B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Engine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DB4A1-81D0-9D35-D029-3ADFCBCCE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29112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AB20-C293-1980-6FFA-08CB8CD1A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Aerodynamics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DD510-0195-500B-88C8-B5D3A4E94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97738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BE078-907D-4477-4306-C8E100AD6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Weight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AA207-408B-9C9F-30A3-C9C439EE1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60088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AC3D-5F03-8BF1-529C-1E70EBFA4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The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3FD65-EC5F-E0C6-5EBF-1738A7D44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4966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14</Words>
  <Application>Microsoft Office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Aircraft design, DT1</vt:lpstr>
      <vt:lpstr>First sketch</vt:lpstr>
      <vt:lpstr>Sizing mission</vt:lpstr>
      <vt:lpstr>Engine performance</vt:lpstr>
      <vt:lpstr>Aerodynamics</vt:lpstr>
      <vt:lpstr>Weight</vt:lpstr>
      <vt:lpstr>The concept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Johan Persson</dc:creator>
  <cp:lastModifiedBy>Johan Persson</cp:lastModifiedBy>
  <cp:revision>2</cp:revision>
  <dcterms:created xsi:type="dcterms:W3CDTF">2026-09-08T13:00:01Z</dcterms:created>
  <dcterms:modified xsi:type="dcterms:W3CDTF">2026-09-08T14:07:15Z</dcterms:modified>
</cp:coreProperties>
</file>