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ADE4-57DD-3D68-2D08-518E70415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8AE9C-00C5-01F5-2C73-E35116055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F6FA2-1936-D85E-0A78-56A67BD1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72F-FE52-252F-06FE-28A44C98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76913-0756-368C-3767-05330C39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319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2F61-DB57-19BB-BD49-5F94046F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1644-1EEB-B52C-702F-C8AE1A69C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D6BFC-A2A7-A87D-A94E-5621A13AB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894B1-152F-DD15-6BE3-70B60DBC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0A9D-3D96-F819-7B4F-AC55D541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282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94BF-B960-096E-78F8-6D9D325C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8307A-5770-CD26-9B2E-767C45436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3BBE6-E69F-A6B5-B8EA-6DBDEB38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9ACAE-AD13-22D6-5C2F-88FFB9B0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6A0D0-79B3-794E-8006-44A85F64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8313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9D30-3275-F737-3469-D9EDD8C7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B9CD3-88D6-B10A-8050-BC38BA746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1435A-EB3B-74B0-5DDF-27187B1A7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9E90D-5F44-2FE8-6AED-8D2AD7DB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13C3F-55D2-35EF-4557-1A25B51E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612F6-3D78-65C8-268C-98B63E9B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697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0A3D-0F4F-3963-B286-BFB9AFA9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B9CEE-91E8-B664-4D3E-496BD5798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50CCC-332B-6ED7-8499-B3EBC4A42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06899-B451-2027-8CAC-C6A24E233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AE8E09-9524-5FCA-476D-C0FE62000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09175F-017C-042C-E87D-88D26CA0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F3B8A-A9B3-A601-280A-8B62127B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6D2036-3376-3876-070B-D31E8807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8978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12FC-4C39-EC9F-8B3B-DA99233F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206BAF-5DBE-9547-223B-D4E68D87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DB287-EE99-F1E0-717E-D274FC0F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800D4-CF60-812D-856E-46556797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8630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C74C59-E82C-7F5C-3E6E-06E06503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B50A7-9E58-7480-0C0A-6EFA9447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3DFBF-1C45-0C1C-54D9-7D7BCF2B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382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97BA-E77F-D530-2CD2-3A885B65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16A2-3231-571B-AD2C-5FE1FFE5B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7C46A-8E83-60C0-419B-EB06C9E15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C2041-C552-EF80-2192-213C4B89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7956E-79C5-F339-E447-31AFE499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0797D-1632-713A-12B6-C0CE6406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23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1DF5-3F43-F64F-B3B7-7C6A0B4E9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4A7FC9-F2B1-6D09-9F90-954C0D9CB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49B64-08DA-A712-D0C8-86E908092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80486-ADF8-3022-6B9D-05A7220F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D45FA-23DC-9FC4-CB2B-81EDB9A2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DEE41-475E-CF0B-BF77-30B5503F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90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EF5A-B896-31E0-51BA-E5133D2C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8FCE3-E792-6613-CE89-EDE40173C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D5855-D02C-B475-AD0B-A247CD51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D7DB1-E9AF-4A3F-FE9C-00A6A68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8A6D5-1056-85FA-50D1-CBFF66C3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651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6562E4-DE8D-5C37-D016-CA547B864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5A0BE-4FFC-0321-F4E8-E36D96087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A9A6A-1F9C-D9B1-64B5-4344F099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2B62-3D1A-835F-B208-5B474577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B982E-7653-43A8-2CE1-43945C5F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500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53BE6D-64DE-4BE6-6CC3-B7CDDB41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19D1A-D1A6-D7C5-A468-5ABDF218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C3F9C-5248-E105-0B03-3946D914D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86AAD-C171-44C5-BAD9-FD004A5B405F}" type="datetimeFigureOut">
              <a:rPr lang="sv-SE" smtClean="0"/>
              <a:t>2026-09-08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F4CF-8AFD-3AD1-98E5-2E5C36D74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E9C34-F81A-EB05-FB42-69C7111A3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8E9625-A458-4F2B-BB1C-11572AB390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502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E205-EFE5-56FC-C898-FD6EF4123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Aircraft design, DT1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92FFC-FEFE-6D1A-EFD4-58D521742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29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8D6C-ADE4-EF7C-C175-566E82A1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99DA-B365-FEAF-8F16-015C4838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23634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Aircraft design, DT1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Persson</dc:creator>
  <cp:lastModifiedBy>Johan Persson</cp:lastModifiedBy>
  <cp:revision>1</cp:revision>
  <dcterms:created xsi:type="dcterms:W3CDTF">2026-09-08T13:00:01Z</dcterms:created>
  <dcterms:modified xsi:type="dcterms:W3CDTF">2026-09-08T13:00:07Z</dcterms:modified>
</cp:coreProperties>
</file>